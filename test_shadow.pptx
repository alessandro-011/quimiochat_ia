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828800" cy="1828800"/>
          </a:xfrm>
          <a:prstGeom prst="roundRec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